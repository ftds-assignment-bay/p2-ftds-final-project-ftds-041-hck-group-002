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arc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-457200"/>
            <a:ext cx="3291840" cy="2587752"/>
          </a:xfrm>
          <a:prstGeom prst="rect">
            <a:avLst/>
          </a:prstGeom>
        </p:spPr>
      </p:pic>
      <p:pic>
        <p:nvPicPr>
          <p:cNvPr id="3" name="Image 1" descr="/home/claude/pptx_project/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20040"/>
            <a:ext cx="1508760" cy="553212"/>
          </a:xfrm>
          <a:prstGeom prst="rect">
            <a:avLst/>
          </a:prstGeom>
        </p:spPr>
      </p:pic>
      <p:pic>
        <p:nvPicPr>
          <p:cNvPr id="4" name="Image 2" descr="/home/claude/pptx_project/diamond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234440"/>
            <a:ext cx="960120" cy="969264"/>
          </a:xfrm>
          <a:prstGeom prst="rect">
            <a:avLst/>
          </a:prstGeom>
        </p:spPr>
      </p:pic>
      <p:pic>
        <p:nvPicPr>
          <p:cNvPr id="5" name="Image 3" descr="/home/claude/pptx_project/stripe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291840"/>
            <a:ext cx="2331720" cy="373075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7724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Predictor</a:t>
            </a:r>
            <a:endParaRPr lang="en-US" sz="4400" dirty="0"/>
          </a:p>
        </p:txBody>
      </p:sp>
      <p:sp>
        <p:nvSpPr>
          <p:cNvPr id="7" name="Text 1"/>
          <p:cNvSpPr/>
          <p:nvPr/>
        </p:nvSpPr>
        <p:spPr>
          <a:xfrm>
            <a:off x="795528" y="3520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ForecastLab — Prediksi Stockout &amp; Inventory Waste untuk FMCG</a:t>
            </a:r>
            <a:endParaRPr lang="en-US" sz="1900" dirty="0"/>
          </a:p>
        </p:txBody>
      </p:sp>
      <p:sp>
        <p:nvSpPr>
          <p:cNvPr id="8" name="Text 2"/>
          <p:cNvSpPr/>
          <p:nvPr/>
        </p:nvSpPr>
        <p:spPr>
          <a:xfrm>
            <a:off x="795528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Khalfani Novian Habibi   ·   Rendy Azly   ·   Dennis Wirawan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95528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FTDS-041-HCK  |  Data Analyst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5349240" cy="2286000"/>
          </a:xfrm>
          <a:prstGeom prst="roundRect">
            <a:avLst>
              <a:gd name="adj" fmla="val 5600"/>
            </a:avLst>
          </a:prstGeom>
          <a:solidFill>
            <a:srgbClr val="FBEFEA"/>
          </a:solidFill>
          <a:ln w="12700">
            <a:solidFill>
              <a:srgbClr val="DF6F4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508760"/>
            <a:ext cx="548640" cy="502920"/>
          </a:xfrm>
          <a:prstGeom prst="triangle">
            <a:avLst/>
          </a:prstGeom>
          <a:solidFill>
            <a:srgbClr val="DF6F43"/>
          </a:solidFill>
          <a:ln/>
        </p:spPr>
      </p:sp>
      <p:sp>
        <p:nvSpPr>
          <p:cNvPr id="6" name="Text 3"/>
          <p:cNvSpPr/>
          <p:nvPr/>
        </p:nvSpPr>
        <p:spPr>
          <a:xfrm>
            <a:off x="1600200" y="1481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Terlalu Tinggi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menambah biaya penyimpanan / gudang yang tidak perlu.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2286000"/>
          </a:xfrm>
          <a:prstGeom prst="roundRect">
            <a:avLst>
              <a:gd name="adj" fmla="val 5600"/>
            </a:avLst>
          </a:prstGeom>
          <a:solidFill>
            <a:srgbClr val="EAF0FB"/>
          </a:solidFill>
          <a:ln w="19050">
            <a:solidFill>
              <a:srgbClr val="ADC7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0800000">
            <a:off x="6583680" y="1965960"/>
            <a:ext cx="548640" cy="502920"/>
          </a:xfrm>
          <a:prstGeom prst="triangle">
            <a:avLst/>
          </a:prstGeom>
          <a:solidFill>
            <a:srgbClr val="5B84C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481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Terlalu Rendah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membuat produk kehabisan stok, berpotensi mengurangi revenue.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11064240" cy="1920240"/>
          </a:xfrm>
          <a:prstGeom prst="roundRect">
            <a:avLst>
              <a:gd name="adj" fmla="val 6667"/>
            </a:avLst>
          </a:prstGeom>
          <a:solidFill>
            <a:srgbClr val="DF6F43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411480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114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37744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377440" y="45262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Menurunkan jumlah Inventory Waste sebesar 50%, dengan memprediksi produk mana yang perlu direstock sebelum stok benar-benar habis.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Overview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revenue bulanan per kategori produk, Januari 2022 - Desember 2024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545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$19.95M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039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14173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63240" y="1545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063240" y="2039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Yogurt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14173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1545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Tahun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77840" y="2039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Data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141732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92440" y="15453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Kategori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92440" y="20391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Yogurt, ReadyMeal,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SnackBar, Juice</a:t>
            </a:r>
            <a:endParaRPr lang="en-US" sz="1200" dirty="0"/>
          </a:p>
        </p:txBody>
      </p:sp>
      <p:pic>
        <p:nvPicPr>
          <p:cNvPr id="17" name="Image 1" descr="/home/claude/pptx_project/nb_chart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971800"/>
            <a:ext cx="9875520" cy="3637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Risk: Kehilangan Penjualan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(%) per kategori x region, dipisah per channel penjualan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4996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37560" y="1499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$414K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337560" y="1993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Revenue Hilang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13716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499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- PL-Central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92240" y="19933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Risiko Tertinggi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(E-commerce, 3.1% stockout)</a:t>
            </a:r>
            <a:endParaRPr lang="en-US" sz="1200" dirty="0"/>
          </a:p>
        </p:txBody>
      </p:sp>
      <p:pic>
        <p:nvPicPr>
          <p:cNvPr id="14" name="Image 1" descr="/home/claude/pptx_project/nb_chart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6" y="3063240"/>
            <a:ext cx="9509760" cy="3166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Waste: Modal Tertahan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nilai idle stock ($) per kategori x region, dipisah per channel penjualan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4996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Idle Stock / Hari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37560" y="1499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- PL-North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37560" y="1993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Waste Tertinggi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(Discount, ~$759/baris)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13716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499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beda SKU dg Stockout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92240" y="19933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di kombinasi produk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berbeda-beda</a:t>
            </a:r>
            <a:endParaRPr lang="en-US" sz="1200" dirty="0"/>
          </a:p>
        </p:txBody>
      </p:sp>
      <p:pic>
        <p:nvPicPr>
          <p:cNvPr id="14" name="Image 1" descr="/home/claude/pptx_project/nb_chart_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6" y="3063240"/>
            <a:ext cx="9509760" cy="31662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Priority Matrix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x Channel x Region mana yang paling butuh direstock segera?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499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Dianalisis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1499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00400" y="1993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(&lt;= 3 hari stok)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3716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499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852160" y="1993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(4-7 hari stok)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03920" y="137160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F6F43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03920" y="14996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Method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5039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Stock Remaining</a:t>
            </a:r>
            <a:endParaRPr lang="en-US" sz="1200" dirty="0"/>
          </a:p>
        </p:txBody>
      </p:sp>
      <p:pic>
        <p:nvPicPr>
          <p:cNvPr id="17" name="Image 1" descr="/home/claude/pptx_project/nb_chart_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971800"/>
            <a:ext cx="10058400" cy="3211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Simulation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bisnis konseptual berbasis data aktual, selaras dengan target reduksi waste 50%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1 — Tanpa Model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$128,246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nilai idle stock / hari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$414,322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total revenue hilang (2022-2024)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937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dan stockout terjadi bersamaan pada SKU berbeda — alokasi stok belum tepat sasaran.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70448" y="3429000"/>
            <a:ext cx="475488" cy="384048"/>
          </a:xfrm>
          <a:prstGeom prst="rightArrow">
            <a:avLst/>
          </a:prstGeom>
          <a:solidFill>
            <a:srgbClr val="DF6F43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155448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DF6F43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2 — Dengan Model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20840" y="2423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$64,123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72084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idle stock / hari (-50%)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2084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$124,297 - $248,593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7208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revenue yang bisa dipulihkan (30-60%)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0840" y="4937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forecasting merekomendasikan waktu &amp; kuantitas restock yang tepat per kombinasi SKU.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ect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37160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777240" cy="777240"/>
          </a:xfrm>
          <a:prstGeom prst="ellipse">
            <a:avLst/>
          </a:prstGeom>
          <a:solidFill>
            <a:srgbClr val="DF6F43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54480" y="12527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Stakeholder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restock 11 kombinasi Critical dalam 1-3 hari ke depan.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777240" cy="777240"/>
          </a:xfrm>
          <a:prstGeom prst="ellipse">
            <a:avLst/>
          </a:prstGeom>
          <a:solidFill>
            <a:srgbClr val="DF6F4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54480" y="2487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54480" y="2880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pipeline harian untuk Days of Stock Remaining &amp; Inventory Waste.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DF6F4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54480" y="372160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5448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risk category ini sebagai baseline evaluasi model prediksi.</a:t>
            </a:r>
            <a:endParaRPr lang="en-US" sz="1400" dirty="0"/>
          </a:p>
        </p:txBody>
      </p:sp>
      <p:pic>
        <p:nvPicPr>
          <p:cNvPr id="16" name="Image 1" descr="/home/claude/pptx_project/stripe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91840"/>
            <a:ext cx="2331720" cy="3730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12648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 ForecastLab | FTDS-041-HCK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2026-07-30T03:02:04Z</dcterms:created>
  <dcterms:modified xsi:type="dcterms:W3CDTF">2026-07-30T03:02:04Z</dcterms:modified>
</cp:coreProperties>
</file>